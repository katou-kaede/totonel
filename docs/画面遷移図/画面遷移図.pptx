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A2CA0D-89DE-440E-98C2-5DD752251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6459E8-45F5-A913-FF0A-7F5CA6748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58D2D6-FAC8-BBDF-D111-BAFE4E99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4E43-274C-4391-8409-22A796C0E0A1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97FB50-BCA7-F282-5B31-E86B6A92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96A027-A496-BA16-DB09-55C7B9FF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137C-016E-4686-B2BA-B00842A22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2339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73D206-10E1-9381-6FE5-CBAEE82F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0EA1A6-52C7-0725-153A-1823B522B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51B6A4-F034-559B-5A0D-849EE318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4E43-274C-4391-8409-22A796C0E0A1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8705F5-7C78-034B-C908-E78D8A779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498787-2EE1-988D-1F45-4201B7B4A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137C-016E-4686-B2BA-B00842A22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7295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7E753-BEDE-CCFD-85F5-08EFA5D4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765C59-E9A5-C017-736B-F73957E80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C521BF-49E3-BD00-5747-6DDA2A1D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4E43-274C-4391-8409-22A796C0E0A1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71DB09-D90B-F120-A133-21085C33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2C5216-54AB-F883-0422-555045A77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137C-016E-4686-B2BA-B00842A22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6890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98BAB3-320B-40E7-E16C-0104495B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10B666-F04E-8771-2B98-DC0E36CCA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A474FD-B60F-3366-3859-6C1F64D21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D37968-2824-7F06-67B5-2E938D1A1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4E43-274C-4391-8409-22A796C0E0A1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89D443-5DBB-B7F7-EFB0-A4ACAE4B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DE28E7-D3B5-7241-157B-9F3A3141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137C-016E-4686-B2BA-B00842A22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07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25DF32-5606-4D47-A510-A987DDBC2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16B35D-5493-6359-2A8A-06FABCE33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3E7B78-EAB8-2F64-E064-F18E524B0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BEAB29B-92DB-800F-863D-6A62A5532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CD27EE6-60FF-A067-1FD1-7FFAB70D47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2064D4B-B37F-1214-1F88-777BCFC72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4E43-274C-4391-8409-22A796C0E0A1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BA4BF48-6F8B-4D6C-C42F-2E268AC6B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2681D5-AFB8-C0B2-10B0-C5802FE80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137C-016E-4686-B2BA-B00842A22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829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44B0AC-BB54-7894-6E01-380D025A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D86546-F0E7-7C4C-F9D5-546C03B68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4E43-274C-4391-8409-22A796C0E0A1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7F01D6E-235C-A080-C438-6CADBBE5F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921C0C-5C49-B1A2-638A-71AF9FEB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137C-016E-4686-B2BA-B00842A22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2060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5E033D-473F-89A6-AE0B-A4F51F3BA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4E43-274C-4391-8409-22A796C0E0A1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9D8EB1F-C1B5-1519-934B-657215BB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D2E6CB-E069-1A1D-90C2-4745B270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137C-016E-4686-B2BA-B00842A22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78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3448EF-B591-349F-3C62-89FCCFF67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FB0716-5EED-29C8-61CA-3B8EA24AC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042AEA-6DD1-B813-BD68-E7A2DE028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56AA41-AFA5-781A-CFAB-AA125DD6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4E43-274C-4391-8409-22A796C0E0A1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A8FA05-FC77-3F0D-DEB8-94B343E5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8A82B8-2F65-02BA-A705-B9B3758B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137C-016E-4686-B2BA-B00842A22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721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98CB69-D18D-3EEE-FAC7-9AD76E45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F0757D2-3A3C-C94B-0DA7-AD08645EE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C6F234-1E54-AB52-AAC0-48DA77C53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B6BCF2-2BF6-A247-9BE6-AC97A9DEE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4E43-274C-4391-8409-22A796C0E0A1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4C909A-0F82-D83D-4912-F3B0024F2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A96526-CBEA-0A3C-171B-22A2FBD8B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137C-016E-4686-B2BA-B00842A22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686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AFC6D2-F9C9-99A8-F3C7-9E1345541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3EC0C1-2395-99CC-05C8-5B2490132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7443BE-1CBF-9919-3112-8F1B0D4AE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4E43-274C-4391-8409-22A796C0E0A1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B1BF8E-CA25-E086-5BFB-90BE7D6E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D7B826-251F-D755-794B-EF3FFAE27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137C-016E-4686-B2BA-B00842A22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732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D3FDEAF-25F1-08D2-1525-800DBC0F7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43E136C-886B-7AE3-FBBC-61B7E8171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8BE48F-DD51-37EA-45AF-CB13D59C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4E43-274C-4391-8409-22A796C0E0A1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E295C9-6803-3ACD-E22E-D9A4D239A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4779B9-2840-AD00-547F-C7DF402B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137C-016E-4686-B2BA-B00842A22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059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3B251B8-AE6E-427C-DA99-F5ADA2BDA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023439-E48F-961F-645F-4F06657C7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895B0F-96B2-466F-70E0-84B1C3383E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14E43-274C-4391-8409-22A796C0E0A1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4807E4-7CDB-31BF-27EB-EC9A5BE58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562CEA-8655-045F-E53A-A7477016D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5137C-016E-4686-B2BA-B00842A22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0335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5D7AB5-E40F-87E4-19D5-EBD0E7C2427E}"/>
              </a:ext>
            </a:extLst>
          </p:cNvPr>
          <p:cNvSpPr/>
          <p:nvPr/>
        </p:nvSpPr>
        <p:spPr>
          <a:xfrm>
            <a:off x="2322095" y="2755231"/>
            <a:ext cx="1780674" cy="1034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Home</a:t>
            </a:r>
            <a:r>
              <a:rPr kumimoji="1" lang="ja-JP" altLang="en-US" dirty="0"/>
              <a:t>画面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C4F3ACA-3945-EAD9-ABB0-10C2843D5FB1}"/>
              </a:ext>
            </a:extLst>
          </p:cNvPr>
          <p:cNvSpPr txBox="1"/>
          <p:nvPr/>
        </p:nvSpPr>
        <p:spPr>
          <a:xfrm>
            <a:off x="2322095" y="3865221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・テンプレ選択</a:t>
            </a:r>
            <a:endParaRPr kumimoji="1" lang="en-US" altLang="ja-JP" sz="1400" dirty="0"/>
          </a:p>
          <a:p>
            <a:r>
              <a:rPr lang="ja-JP" altLang="en-US" sz="1400" dirty="0"/>
              <a:t>・新規作成</a:t>
            </a:r>
            <a:endParaRPr kumimoji="1" lang="ja-JP" altLang="en-US" sz="14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84A07FF-0761-B20C-312A-F9642E2CA8F2}"/>
              </a:ext>
            </a:extLst>
          </p:cNvPr>
          <p:cNvSpPr/>
          <p:nvPr/>
        </p:nvSpPr>
        <p:spPr>
          <a:xfrm>
            <a:off x="4989095" y="2755231"/>
            <a:ext cx="1780674" cy="1034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セット画面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8AE1260-8C6C-CCA6-A913-D37063A10BF9}"/>
              </a:ext>
            </a:extLst>
          </p:cNvPr>
          <p:cNvSpPr txBox="1"/>
          <p:nvPr/>
        </p:nvSpPr>
        <p:spPr>
          <a:xfrm>
            <a:off x="4843882" y="3931623"/>
            <a:ext cx="24841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・</a:t>
            </a:r>
            <a:r>
              <a:rPr kumimoji="1" lang="en-US" altLang="ja-JP" sz="1400" dirty="0"/>
              <a:t>From/To</a:t>
            </a:r>
            <a:r>
              <a:rPr kumimoji="1" lang="ja-JP" altLang="en-US" sz="1400" dirty="0"/>
              <a:t>ファイルを読み</a:t>
            </a:r>
            <a:br>
              <a:rPr kumimoji="1" lang="en-US" altLang="ja-JP" sz="1400" dirty="0"/>
            </a:br>
            <a:r>
              <a:rPr kumimoji="1" lang="ja-JP" altLang="en-US" sz="1400" dirty="0"/>
              <a:t>　込んでヘッダーを出す</a:t>
            </a:r>
            <a:endParaRPr kumimoji="1" lang="en-US" altLang="ja-JP" sz="1400" dirty="0"/>
          </a:p>
          <a:p>
            <a:r>
              <a:rPr lang="ja-JP" altLang="en-US" sz="1400" dirty="0"/>
              <a:t>・ヘッダーの位置指定機能</a:t>
            </a:r>
            <a:endParaRPr kumimoji="1" lang="en-US" altLang="ja-JP" sz="1100" dirty="0"/>
          </a:p>
          <a:p>
            <a:r>
              <a:rPr kumimoji="1" lang="ja-JP" altLang="en-US" sz="1400" dirty="0"/>
              <a:t>・テンプレ保存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BB6F5943-12F7-EA2B-0C9D-BC3759BF73B4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4102769" y="3272589"/>
            <a:ext cx="88632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2D91371-FA97-F934-2534-82E28903D5A5}"/>
              </a:ext>
            </a:extLst>
          </p:cNvPr>
          <p:cNvSpPr/>
          <p:nvPr/>
        </p:nvSpPr>
        <p:spPr>
          <a:xfrm>
            <a:off x="7656095" y="2755231"/>
            <a:ext cx="1780674" cy="1034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マッピング</a:t>
            </a:r>
            <a:endParaRPr kumimoji="1" lang="en-US" altLang="ja-JP" dirty="0"/>
          </a:p>
          <a:p>
            <a:pPr algn="ctr"/>
            <a:r>
              <a:rPr lang="ja-JP" altLang="en-US" dirty="0"/>
              <a:t>画面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3203CA6-A179-62FA-01C4-0A0BCCFAFD19}"/>
              </a:ext>
            </a:extLst>
          </p:cNvPr>
          <p:cNvSpPr txBox="1"/>
          <p:nvPr/>
        </p:nvSpPr>
        <p:spPr>
          <a:xfrm>
            <a:off x="7656095" y="3931623"/>
            <a:ext cx="25767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・</a:t>
            </a:r>
            <a:r>
              <a:rPr kumimoji="1" lang="en-US" altLang="ja-JP" sz="1400" dirty="0"/>
              <a:t>From/To</a:t>
            </a:r>
            <a:r>
              <a:rPr kumimoji="1" lang="ja-JP" altLang="en-US" sz="1400" dirty="0"/>
              <a:t>を紐づける</a:t>
            </a:r>
            <a:endParaRPr kumimoji="1" lang="en-US" altLang="ja-JP" sz="1400" dirty="0"/>
          </a:p>
          <a:p>
            <a:r>
              <a:rPr lang="ja-JP" altLang="en-US" sz="1400" dirty="0"/>
              <a:t>・オプション設定</a:t>
            </a:r>
            <a:endParaRPr lang="en-US" altLang="ja-JP" sz="1400" dirty="0"/>
          </a:p>
          <a:p>
            <a:r>
              <a:rPr kumimoji="1" lang="ja-JP" altLang="en-US" sz="1400" dirty="0"/>
              <a:t>・出力ボタン（</a:t>
            </a:r>
            <a:r>
              <a:rPr kumimoji="1" lang="en-US" altLang="ja-JP" sz="1400" dirty="0"/>
              <a:t>Excel/CSV</a:t>
            </a:r>
            <a:r>
              <a:rPr kumimoji="1" lang="ja-JP" altLang="en-US" sz="1400" dirty="0"/>
              <a:t>）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DEC3914E-DCEF-2DE3-6C5D-66849D60C546}"/>
              </a:ext>
            </a:extLst>
          </p:cNvPr>
          <p:cNvCxnSpPr/>
          <p:nvPr/>
        </p:nvCxnSpPr>
        <p:spPr>
          <a:xfrm>
            <a:off x="6769769" y="3272589"/>
            <a:ext cx="88632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コネクタ: カギ線 14">
            <a:extLst>
              <a:ext uri="{FF2B5EF4-FFF2-40B4-BE49-F238E27FC236}">
                <a16:creationId xmlns:a16="http://schemas.microsoft.com/office/drawing/2014/main" id="{980EB196-802B-C852-647D-4522C807A8EF}"/>
              </a:ext>
            </a:extLst>
          </p:cNvPr>
          <p:cNvCxnSpPr>
            <a:cxnSpLocks/>
            <a:stCxn id="4" idx="0"/>
            <a:endCxn id="10" idx="0"/>
          </p:cNvCxnSpPr>
          <p:nvPr/>
        </p:nvCxnSpPr>
        <p:spPr>
          <a:xfrm rot="5400000" flipH="1" flipV="1">
            <a:off x="5879432" y="88231"/>
            <a:ext cx="12700" cy="533400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163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(加藤 楓)</dc:creator>
  <cp:lastModifiedBy>(加藤 楓)</cp:lastModifiedBy>
  <cp:revision>2</cp:revision>
  <dcterms:created xsi:type="dcterms:W3CDTF">2026-04-14T04:11:08Z</dcterms:created>
  <dcterms:modified xsi:type="dcterms:W3CDTF">2026-04-14T04:20:29Z</dcterms:modified>
</cp:coreProperties>
</file>